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TV</c:v>
                  </c:pt>
                  <c:pt idx="1">
                    <c:v>Radio</c:v>
                  </c:pt>
                  <c:pt idx="2">
                    <c:v>Newspaper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0.091</c:v>
                </c:pt>
                <c:pt idx="1">
                  <c:v>0.544</c:v>
                </c:pt>
                <c:pt idx="2">
                  <c:v>0.237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F9E795">
              <a:alpha val="10000"/>
            </a:srgbClr>
          </a:solidFill>
          <a:ln w="12700">
            <a:solidFill>
              <a:srgbClr val="F9E795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ADVERTISING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Ad Spend • Channel Performance • Strategic Recommendations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200 observations across TV, Radio, and Newspaper channels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At a Glance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651760" cy="10972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ROAS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0.091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units per $1,000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3498DB">
              <a:alpha val="15000"/>
            </a:srgbClr>
          </a:solidFill>
          <a:ln w="12700">
            <a:solidFill>
              <a:srgbClr val="3498DB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906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Stability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6304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463040"/>
            <a:ext cx="265176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ROAS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920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0.544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29184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544 units per $1,000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03320" y="31089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E67E22">
              <a:alpha val="15000"/>
            </a:srgbClr>
          </a:solidFill>
          <a:ln w="12700">
            <a:solidFill>
              <a:srgbClr val="E67E22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30906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Return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46304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463040"/>
            <a:ext cx="2651760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ROAS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1920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0.237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17220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 units per $1,000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E74C3C">
              <a:alpha val="15000"/>
            </a:srgbClr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0906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= Return on Ad Spend  |  Units per $1,000 of advertising spend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 ON AD SPEND COMPARISON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14400"/>
            <a:ext cx="28346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 INSIGHTS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35040" y="1508760"/>
            <a:ext cx="164592" cy="16459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14813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17099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ROAS (0.091) but highest stability. Broad reach, predictable results.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35040" y="2560320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25328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35040" y="276148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ROAS (0.544). Best return per dollar invested. Strong connection.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361188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3584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381304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ROAS (0.237) but HIGH RISK. Weakest correlation to sales.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 DEEP DIVE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TV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0.091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units per $1K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2ECC71">
              <a:alpha val="15000"/>
            </a:srgbClr>
          </a:solidFill>
          <a:ln w="12700">
            <a:solidFill>
              <a:srgbClr val="2ECC71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33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advertising shows the strongest correlation with sales (R ≈ 0.78). It provides high stability and predictability, making it ideal as a base channel.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297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296.4K avg total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91440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914400"/>
            <a:ext cx="274320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9326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Radio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1508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0.544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38328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544 units per $1K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6517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2ECC71">
              <a:alpha val="15000"/>
            </a:srgbClr>
          </a:solidFill>
          <a:ln w="12700">
            <a:solidFill>
              <a:srgbClr val="2ECC71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633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99923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delivers the highest return per dollar invested. With lower spending and strong impact, it offers excellent cost efficiency.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4297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49.6K avg total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91440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914400"/>
            <a:ext cx="274320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9326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Newspaper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00800" y="1508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0.237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40080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 units per $1K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26517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74C3C">
              <a:alpha val="15000"/>
            </a:srgbClr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633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2999232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has the weakest sales correlation. Budget may be better reallocated to Radio or TV. Considered largely irrelevant to sales outcomes.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4297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114K avg total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 &amp; Channel Strategy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16205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73152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Prioritize Radio Investment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746504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delivers the highest ROAS (0.544). Consider increasing budget allocation — every $1,000 spent drives ~544 units in sales with low risk and high predictability.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8412480" cy="1005840"/>
          </a:xfrm>
          <a:prstGeom prst="rect">
            <a:avLst/>
          </a:prstGeom>
          <a:solidFill>
            <a:srgbClr val="162050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96312"/>
            <a:ext cx="73152" cy="10058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42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56946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Maintain TV as Foundation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916936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has the strongest overall correlation with sales (R ≈ 0.78) and provides stability. Keep TV as your primary brand awareness and volume channel.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66744"/>
            <a:ext cx="8412480" cy="1005840"/>
          </a:xfrm>
          <a:prstGeom prst="rect">
            <a:avLst/>
          </a:prstGeom>
          <a:solidFill>
            <a:srgbClr val="162050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66744"/>
            <a:ext cx="73152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124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73989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Reassess Newspaper Spend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08736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shows weak correlation to sales and carries the highest risk profile. Consider reallocating newspaper budget toward Radio or TV to improve overall ROAS.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ACCURACY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749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840480" cy="10972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MEAN ABSOLUTE ERROR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1.8306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TV → Sales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794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= 1.8305872641932412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73152" cy="16916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Means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regression model predicts sales with an average error of only 1.83 units. This is a strong result, indicating the TV → Sales model is reliable for forecasting.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26080"/>
            <a:ext cx="73152" cy="1691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35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Context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3832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 total of 15,130 units, the model deviates by just 1.830 units on average — an error rate of roughly 0.012%. This confirms the model's high predictive accuracy.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4754880"/>
            <a:ext cx="4114800" cy="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5486400" cy="54864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9E795">
              <a:alpha val="10000"/>
            </a:srgbClr>
          </a:solidFill>
          <a:ln w="12700">
            <a:solidFill>
              <a:srgbClr val="F9E795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1325880"/>
            <a:ext cx="2743200" cy="54864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outperforms all channels on return.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anchors stability. Newspaper merits review.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606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0.544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88720" y="34564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(Radio)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2606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749040" y="34564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TV-Sales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(R)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2606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34564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advertising spend optimization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Advertising Channel Analysis</dc:title>
  <dc:subject>PptxGenJS Presentation</dc:subject>
  <dc:creator>Business Intelligence Team</dc:creator>
  <cp:lastModifiedBy>Business Intelligence Team</cp:lastModifiedBy>
  <cp:revision>1</cp:revision>
  <dcterms:created xsi:type="dcterms:W3CDTF">2026-02-22T21:36:04Z</dcterms:created>
  <dcterms:modified xsi:type="dcterms:W3CDTF">2026-02-22T21:36:04Z</dcterms:modified>
</cp:coreProperties>
</file>